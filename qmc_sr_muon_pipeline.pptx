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QMC-SR full</c:v>
                </c:pt>
              </c:strCache>
            </c:strRef>
          </c:tx>
          <c:spPr>
            <a:solidFill>
              <a:srgbClr val="F96167"/>
            </a:solidFill>
          </c:spPr>
          <c:cat>
            <c:strRef>
              <c:f>Sheet1!$A$2:$A$4</c:f>
              <c:strCache>
                <c:ptCount val="3"/>
                <c:pt idx="0">
                  <c:v>seed 0</c:v>
                </c:pt>
                <c:pt idx="1">
                  <c:v>seed 1</c:v>
                </c:pt>
                <c:pt idx="2">
                  <c:v>seed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3.69</c:v>
                </c:pt>
                <c:pt idx="1">
                  <c:v>3.765</c:v>
                </c:pt>
                <c:pt idx="2">
                  <c:v>3.892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iid SR</c:v>
                </c:pt>
              </c:strCache>
            </c:strRef>
          </c:tx>
          <c:spPr>
            <a:solidFill>
              <a:srgbClr val="5B7BC0"/>
            </a:solidFill>
          </c:spPr>
          <c:cat>
            <c:strRef>
              <c:f>Sheet1!$A$2:$A$4</c:f>
              <c:strCache>
                <c:ptCount val="3"/>
                <c:pt idx="0">
                  <c:v>seed 0</c:v>
                </c:pt>
                <c:pt idx="1">
                  <c:v>seed 1</c:v>
                </c:pt>
                <c:pt idx="2">
                  <c:v>seed 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4.004</c:v>
                </c:pt>
                <c:pt idx="1">
                  <c:v>3.828</c:v>
                </c:pt>
                <c:pt idx="2">
                  <c:v>3.935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deterministic RTN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seed 0</c:v>
                </c:pt>
                <c:pt idx="1">
                  <c:v>seed 1</c:v>
                </c:pt>
                <c:pt idx="2">
                  <c:v>seed 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3.812</c:v>
                </c:pt>
                <c:pt idx="1">
                  <c:v>4.21</c:v>
                </c:pt>
                <c:pt idx="2">
                  <c:v>4.934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1"/>
          <c:min val="3.4"/>
        </c:scaling>
        <c:delete val="0"/>
        <c:axPos val="l"/>
        <c:majorGridlines>
          <c:spPr>
            <a:ln>
              <a:solidFill>
                <a:srgbClr val="E5E9F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0.4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394960"/>
            <a:ext cx="9966960" cy="1463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61744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26208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90672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55136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19600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4064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48528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2992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77456" y="5312664"/>
            <a:ext cx="16459" cy="182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1920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06384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70848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35312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776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64240" y="5312664"/>
            <a:ext cx="16459" cy="182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80" y="4937760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828032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F96167"/>
                </a:solidFill>
                <a:latin typeface="Cambria"/>
              </a:rPr>
              <a:t>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Quasi-Monte-Carlo Stochastic Rounding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for Quantized LLM Pretraining with Muon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1">
                <a:solidFill>
                  <a:srgbClr val="CADCFC"/>
                </a:solidFill>
                <a:latin typeface="Calibri"/>
              </a:rPr>
              <a:t>Antithetic rounding across Muon's averaging windows — grid, forward pass, and orthogonalized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QuEST codebase  ·  W4 QAT Llama 50M / 100M  ·  SlimPajama · MiniPile · RedPajama · C4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pipeline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Two QMC insertion points inside one optimizer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Forward pass  (each micro-step m = 0 … K−1,  K = 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3716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activations 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47672" y="207568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828800"/>
            <a:ext cx="16459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Qₐ(x) deterministic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STE quantizer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207568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1488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057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82F"/>
                </a:solidFill>
                <a:latin typeface="Calibri"/>
              </a:rPr>
              <a:t>Q_w(W ; u_t,m)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82F"/>
                </a:solidFill>
                <a:latin typeface="Calibri"/>
              </a:rPr>
              <a:t>antithetic SR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39712" y="207568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828800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F.linear →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loss ℓ / 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42832" y="207568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72600" y="1828800"/>
            <a:ext cx="228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backward (STE)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accumulate grads</a:t>
            </a:r>
          </a:p>
        </p:txBody>
      </p:sp>
      <p:sp>
        <p:nvSpPr>
          <p:cNvPr id="19" name="Oval 18"/>
          <p:cNvSpPr/>
          <p:nvPr/>
        </p:nvSpPr>
        <p:spPr>
          <a:xfrm>
            <a:off x="5394960" y="137160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3624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Optimizer step  (once per t, after K micro-steps)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16459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accumulated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gradient G_t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13432" y="372160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3474720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474720"/>
            <a:ext cx="1783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momentum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M_t = βM_t₋₁ + G_t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90872" y="372160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347472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59" y="3474720"/>
            <a:ext cx="16916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Newton–Schulz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U_t = NS₅(Ĝ_t)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76872" y="372160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0" y="3474720"/>
            <a:ext cx="19659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474720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82F"/>
                </a:solidFill>
                <a:latin typeface="Calibri"/>
              </a:rPr>
              <a:t>SR(U_t ; v_t)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82F"/>
                </a:solidFill>
                <a:latin typeface="Calibri"/>
              </a:rPr>
              <a:t>NS-then-round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45752" y="3721608"/>
            <a:ext cx="36576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75520" y="347472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3474720"/>
            <a:ext cx="16916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W ← (1−ηλ)W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6282F"/>
                </a:solidFill>
                <a:latin typeface="Calibri"/>
              </a:rPr>
              <a:t>− η̃ · Û_t</a:t>
            </a:r>
          </a:p>
        </p:txBody>
      </p:sp>
      <p:sp>
        <p:nvSpPr>
          <p:cNvPr id="36" name="Oval 35"/>
          <p:cNvSpPr/>
          <p:nvPr/>
        </p:nvSpPr>
        <p:spPr>
          <a:xfrm>
            <a:off x="8183879" y="301752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3008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6344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63440"/>
            <a:ext cx="106070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Calibri"/>
              </a:rPr>
              <a:t>Why here?  </a:t>
            </a:r>
            <a:r>
              <a:rPr sz="1450" b="0" i="0">
                <a:solidFill>
                  <a:srgbClr val="26282F"/>
                </a:solidFill>
                <a:latin typeface="Calibri"/>
              </a:rPr>
              <a:t>Both insertion points sit inside an averaging window the optimizer already provides: grad accumulation averages K = 8 stochastic forwards, and Muon's momentum (β = 0.95) averages ≈ 20 consecutive updates. iid rounding noise shrinks only as O(1/√N) under averaging — antithetic (QMC) draws make the first-order rounding error cancel pairwise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Preliminaries · the quantization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Row-wise Gaussian-optimal uniform grid (b = 4), plus an FP4 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6766560" cy="14630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17320"/>
            <a:ext cx="6364224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scale  s = α_b · RMS(w) ,   α₄ = 2.5139   (MSE-optimal clip for 𝒩(0,1) weights)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step   Δ = 2s / (2ᵇ − 1) ,   clip   w̃ = clamp(w, −s, s)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levels ℓ_q = qΔ − Δ/2 ,  q ∈ {−(2ᵇ⁻¹−1), …, 2ᵇ⁻¹} = {−7, …, 8}   (16 levels, no zero)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6766560" cy="105156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063240"/>
            <a:ext cx="636422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round-to-nearest (RTN):   q̂ = round( w̃/Δ + ½ ) ,   Q(w) = q̂Δ − Δ/2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straight-through (STE):   ŷ = w + (Q(w) − w)_stopgrad   ⇒   ∂ℓ/∂w = ∂ℓ/∂Q(w)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6949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One scale per weight row (output channel); activations use the same family, always deterministic in our runs.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Index-range care: q spans [−7, 8] — clamping to [0, 15] silently collapses every negative weight (a real bug class we found and fixed).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FP4 variant (E2M1-style): levels ±{0.24…2.92}·RMS ∪ {0} — 15 distinct levels, exact zero, ≈ constant relative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46304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 centered uniform grid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017520"/>
            <a:ext cx="3840480" cy="1463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4152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0184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86216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2248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54312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0344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66376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22408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78440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34472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0504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46536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02568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58600" y="2907791"/>
            <a:ext cx="16459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280"/>
                </a:solidFill>
                <a:latin typeface="Cambria"/>
              </a:rPr>
              <a:t>−s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2568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280"/>
                </a:solidFill>
                <a:latin typeface="Cambria"/>
              </a:rPr>
              <a:t>+s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0">
                <a:solidFill>
                  <a:srgbClr val="6B7280"/>
                </a:solidFill>
                <a:latin typeface="Cambria"/>
              </a:rPr>
              <a:t>Δ</a:t>
            </a:r>
          </a:p>
        </p:txBody>
      </p:sp>
      <p:sp>
        <p:nvSpPr>
          <p:cNvPr id="30" name="Oval 29"/>
          <p:cNvSpPr/>
          <p:nvPr/>
        </p:nvSpPr>
        <p:spPr>
          <a:xfrm>
            <a:off x="10472623" y="2633472"/>
            <a:ext cx="118872" cy="11887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23499" y="2514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F96167"/>
                </a:solidFill>
                <a:latin typeface="Cambria"/>
              </a:rPr>
              <a:t>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70332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clip at ±s ≈ 2.5·RMS keeps &gt; 98.7% of Gaussian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weights in range; per-element error ≤ Δ/2 ≈ 0.17·RMS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Preliminaries · stochastic 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Unbiased by construction; the price is variance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685800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17320"/>
            <a:ext cx="645566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index  r = w̃/Δ + ½ ,    noise  u ~ 𝒰[0,1)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SR:   q̂ = ⌊ r + u ⌋   —  rounds up w.p. f, down w.p. 1−f,  f = frac(r)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𝔼_u[ Q_SR(w; u) ] = w̃      (exactly unbiased on the clipped range)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6858000" cy="86868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017520"/>
            <a:ext cx="64556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6282F"/>
                </a:solidFill>
                <a:latin typeface="Cambria"/>
              </a:rPr>
              <a:t>Var[ Q_SR(w; u) ] = Δ² · f(1−f)  ≤  Δ²/4      per element, per 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6949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RTN minimizes per-draw error but is biased — the rounding direction is locked-in and identical at every appearance of the weight.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SR trades bias for variance: correct in expectation, but naive iid draws inject fresh noise into every micro-step and optimizer step.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Empirically (seed study): deterministic rounding under Muon is seed-fragile; SR runs stay in a tight band — rounding noise acts as stabilizing dither.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One weight, two rounding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377440"/>
            <a:ext cx="3749039" cy="12801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267712"/>
            <a:ext cx="18288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0" y="2267712"/>
            <a:ext cx="18288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58323" y="2057400"/>
            <a:ext cx="109728" cy="10972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57860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RTN: always → the nearer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977639"/>
            <a:ext cx="3749039" cy="12801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3867911"/>
            <a:ext cx="18288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12880" y="3867911"/>
            <a:ext cx="18288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58323" y="3657599"/>
            <a:ext cx="109728" cy="10972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178807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SR: ← w.p. 1−f = 0.68     → w.p. f = 0.32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091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1">
                <a:solidFill>
                  <a:srgbClr val="F96167"/>
                </a:solidFill>
                <a:latin typeface="Calibri"/>
              </a:rPr>
              <a:t>mean of SR draws = w   (unbiased)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QMC opportunity · averaging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The optimizer already averages — make the noise cancel instead of accumulate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63040"/>
            <a:ext cx="107533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grad accumulation:   G_t = (1/K) Σ_m ∇ℓ( Q(W_t ; u_t,m) ) ,    K = 8 micro-steps, same W_t in each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Muon momentum:   M_t = β M_t₋₁ + G_t = Σ_k βᵏ G_t₋k ,    β = 0.95  ⇒  effective window ≈ 1/(1−β) = 20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649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iid draws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6282F"/>
                </a:solidFill>
                <a:latin typeface="Calibri"/>
              </a:rPr>
              <a:t>u_t,m independent for every (t, m)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6282F"/>
                </a:solidFill>
                <a:latin typeface="Calibri"/>
              </a:rPr>
              <a:t>averaged rounding error over N draws: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6282F"/>
                </a:solidFill>
                <a:latin typeface="Cambria"/>
              </a:rPr>
              <a:t>‖ (1/N) Σ δ(u_i) ‖  =  O( Δ / √N 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6282F"/>
                </a:solidFill>
                <a:latin typeface="Calibri"/>
              </a:rPr>
              <a:t>noise enters momentum every step → a random walk of grid jitter in the update 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254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3649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F96167"/>
                </a:solidFill>
                <a:latin typeface="Calibri"/>
              </a:rPr>
              <a:t>antithetic (QMC) draws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9476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6282F"/>
                </a:solidFill>
                <a:latin typeface="Calibri"/>
              </a:rPr>
              <a:t>pair the window:  u on even index,  1−u on odd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6282F"/>
                </a:solidFill>
                <a:latin typeface="Calibri"/>
              </a:rPr>
              <a:t>per pair, the first-order error cancels exactly: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6282F"/>
                </a:solidFill>
                <a:latin typeface="Cambria"/>
              </a:rPr>
              <a:t>½[ δ(u) + δ(1−u) ]  →  residual ≤ Δ·|1−2f| / 2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6282F"/>
                </a:solidFill>
                <a:latin typeface="Calibri"/>
              </a:rPr>
              <a:t>same expectation (still unbiased), strictly smaller variance — approaching O(Δ/N) over the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QMC insertion ① · antithetic SR across micro-steps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QMCSRSTEQuantizer — the weight tensor is identical in all K micro-steps, so pairs cancel exactly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16916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63040"/>
            <a:ext cx="10753344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micro-step m → pair j = ⌊m/2⌋ , parity p = m mod 2 ;   seed = ( t·φ + j ) ⊕ layer_id     (stateless, recomputed each forward)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u_t,m = PRNG(seed)  if p = 0 ,      1 − PRNG(seed)  if p = 1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Q(W; u) + Q(W; 1−u) = 2W̃ + Δ·(𝟙[u &gt; 1−f] + 𝟙[u &lt; f] − 2f)   ⇒   𝔼 = 2W̃ , first-order term cancels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One optimizer step t 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0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u(0)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2808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8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1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1 − u(0)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976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6976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2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3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1 − u(1)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4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5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1 − u(2)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13648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6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u(3)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57816" y="3840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384048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 = 7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1 − u(3)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767328"/>
            <a:ext cx="2688336" cy="93268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736592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pair 0: shares one draw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82112" y="3767328"/>
            <a:ext cx="2688336" cy="93268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82112" y="4736592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pair 1: shares one draw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3767328"/>
            <a:ext cx="2688336" cy="93268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736592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pair 2: shares one draw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8784" y="3767328"/>
            <a:ext cx="2688336" cy="93268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736592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pair 3: shares one draw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406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Plumbing: the train loop broadcasts (t, m) into every quantizer buffer before each micro-forward (set_sr_step); draws are reconstructed from seeds — stateless, compile- and DDP-safe (all ranks quantize W identically).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Per-layer seed offsets decorrelate noise across layers; eval mode falls back to deterministic RTN on the same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Preliminaries · Muon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Momentum orthogonalized by Newton–Schulz; update has unit spectral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6949440" cy="21031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63040"/>
            <a:ext cx="6547103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momentum:       M_t = β M_t₋₁ + G_t ,    β = 0.95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nesterov:           Ĝ_t = G_t + β M_t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orthogonalize:   U_t = NS₅(Ĝ_t) ≈ UVᵀ    where  Ĝ_t = UΣVᵀ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82F"/>
                </a:solidFill>
                <a:latin typeface="Cambria"/>
              </a:rPr>
              <a:t>update:             W_t₊₁ = (1 − ηλ) W_t − η̃ U_t ,    η̃ = 0.2 √max(m,n) · 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6949440" cy="11430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794760"/>
            <a:ext cx="654710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NS₅ iteration (5 steps, bf16-stable):   A = XXᵀ ,   X ← aX + (bA + cA²)X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(a, b, c) = (3.4445, −4.7750, 2.0315) — quintic, maximizes slope at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6636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All ≥2-D non-embedding weights take the Muon path; embeddings, norms, 1-D params fall back to internal AdamW.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6282F"/>
                </a:solidFill>
                <a:latin typeface="Calibri"/>
              </a:rPr>
              <a:t>Key consequence: consecutive U_t are highly correlated (≈ 20-step memory) — the hook insertion ② exploits.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5087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Correlated update directions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057400"/>
            <a:ext cx="3840480" cy="411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05740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624328"/>
            <a:ext cx="3629253" cy="411480"/>
          </a:xfrm>
          <a:prstGeom prst="roundRect">
            <a:avLst>
              <a:gd name="adj" fmla="val 10000"/>
            </a:avLst>
          </a:prstGeom>
          <a:solidFill>
            <a:srgbClr val="314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624328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191256"/>
            <a:ext cx="3418027" cy="411480"/>
          </a:xfrm>
          <a:prstGeom prst="roundRect">
            <a:avLst>
              <a:gd name="adj" fmla="val 10000"/>
            </a:avLst>
          </a:prstGeom>
          <a:solidFill>
            <a:srgbClr val="485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191256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758183"/>
            <a:ext cx="3206800" cy="411480"/>
          </a:xfrm>
          <a:prstGeom prst="roundRect">
            <a:avLst>
              <a:gd name="adj" fmla="val 10000"/>
            </a:avLst>
          </a:prstGeom>
          <a:solidFill>
            <a:srgbClr val="62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758183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325112"/>
            <a:ext cx="2995574" cy="411480"/>
          </a:xfrm>
          <a:prstGeom prst="roundRect">
            <a:avLst>
              <a:gd name="adj" fmla="val 10000"/>
            </a:avLst>
          </a:prstGeom>
          <a:solidFill>
            <a:srgbClr val="829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4325112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892040"/>
            <a:ext cx="2784348" cy="411480"/>
          </a:xfrm>
          <a:prstGeom prst="roundRect">
            <a:avLst>
              <a:gd name="adj" fmla="val 10000"/>
            </a:avLst>
          </a:prstGeom>
          <a:solidFill>
            <a:srgbClr val="A5B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489204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U_t−5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532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βᵏ weights → ≈ 20-step effective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QMC insertion ② · NS-then-round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Round the orthogonalized update itself — antithetic across consecutive optimizer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63040"/>
            <a:ext cx="1075334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grid on the update:   s_t = α₄ · RMS_row(U_t) ,   Δ_t = 2 s_t / 15     (same centered family as the weight grid)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antithetic across steps, pair k = ⌊t/2⌋ :    v_t = PRNG(k ⊕ param_id)  if t even ,    1 − v_t₋₁  if t odd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82F"/>
                </a:solidFill>
                <a:latin typeface="Cambria"/>
              </a:rPr>
              <a:t>update:   W_t₊₁ = (1 − ηλ) W_t − η̃ · SR_Δt( NS₅(Ĝ_t) ; v_t )     —   𝔼[Û_t] = U_t  (unbiased step direction)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440680" cy="265176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Why it can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49377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6282F"/>
                </a:solidFill>
                <a:latin typeface="Calibri"/>
              </a:rPr>
              <a:t>momentum ⇒ U_2k ≈ U_2k+1 , so each pair's rounding errors nearly cancel along the weight trajectory: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6282F"/>
                </a:solidFill>
                <a:latin typeface="Cambria"/>
              </a:rPr>
              <a:t>δ(v) + δ(1−v) ≈ 0    (exact if U identical)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6282F"/>
                </a:solidFill>
                <a:latin typeface="Calibri"/>
              </a:rPr>
              <a:t>per-parameter seeds keep streams independent; all DDP replicas round identically → weights stay synchronized.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4406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the experiments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9377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6282F"/>
                </a:solidFill>
                <a:latin typeface="Calibri"/>
              </a:rPr>
              <a:t>50M / SlimPajama: biggest single win of any component (−0.14 val loss vs forward-SR only).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6282F"/>
                </a:solidFill>
                <a:latin typeface="Calibri"/>
              </a:rPr>
              <a:t>100M: mildly negative — scale-dependent. Candidate fixes: finer update grid (b = 6–8), or pair-averaged rounding within one step.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6282F"/>
                </a:solidFill>
                <a:latin typeface="Calibri"/>
              </a:rPr>
              <a:t>sr_mode ∈ {none, update, weight} exposed as flags; "weight" = low-precision master weights (unexplored).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Result · SR stabilizes quantized Muon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3 seeds × 3 arms, SlimPajama 50M, 4096 iters (1.07B tokens) — final val loss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5544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600200"/>
            <a:ext cx="3840480" cy="14630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19072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 i="0">
                <a:solidFill>
                  <a:srgbClr val="F96167"/>
                </a:solidFill>
                <a:latin typeface="Cambria"/>
              </a:rPr>
              <a:t>σ = 0.10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45059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across-seed std of the SR arms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(all 6 SR runs within 3.69 – 4.00)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246120"/>
            <a:ext cx="3840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364992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 i="0">
                <a:solidFill>
                  <a:srgbClr val="1E2761"/>
                </a:solidFill>
                <a:latin typeface="Cambria"/>
              </a:rPr>
              <a:t>σ = 0.57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0965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deterministic RTN — 2 of 3 seeds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degrade (worst: ppl 139 vs ≈ 45)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9834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26282F"/>
                </a:solidFill>
                <a:latin typeface="Calibri"/>
              </a:rPr>
              <a:t>Worst-case SR beats median-case RTN. The same signature shows at 100M: deterministic arms stall or regress in the late low-lr phase; SR keeps improving.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Results across datasets, scales,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Final val loss @ 4096 iters (single seed unless noted) — read against σ ≈ 0.10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10512"/>
                <a:gridCol w="1810512"/>
                <a:gridCol w="1700784"/>
                <a:gridCol w="1810512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SlimPJ 50M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SlimPJ 100M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MiniPile 50M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RedPajama 50M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C4 50M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82F"/>
                          </a:solidFill>
                          <a:latin typeface="Calibri"/>
                        </a:rPr>
                        <a:t>QMC-SR full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6167"/>
                          </a:solidFill>
                          <a:latin typeface="Calibri"/>
                        </a:rPr>
                        <a:t>3.690 ± 0.10*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3.923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3.238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3.944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6167"/>
                          </a:solidFill>
                          <a:latin typeface="Calibri"/>
                        </a:rPr>
                        <a:t>4.080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82F"/>
                          </a:solidFill>
                          <a:latin typeface="Calibri"/>
                        </a:rPr>
                        <a:t>QMC-SR 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82F"/>
                          </a:solidFill>
                          <a:latin typeface="Calibri"/>
                        </a:rPr>
                        <a:t>iid SR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3.922 ± 0.09*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6167"/>
                          </a:solidFill>
                          <a:latin typeface="Calibri"/>
                        </a:rPr>
                        <a:t>3.823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3.197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3.984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4.180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82F"/>
                          </a:solidFill>
                          <a:latin typeface="Calibri"/>
                        </a:rPr>
                        <a:t>RTN (uniform)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4.319 ± 0.57*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6167"/>
                          </a:solidFill>
                          <a:latin typeface="Calibri"/>
                        </a:rPr>
                        <a:t>3.926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82F"/>
                          </a:solidFill>
                          <a:latin typeface="Calibri"/>
                        </a:rPr>
                        <a:t>FP4 det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3.738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4.062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6167"/>
                          </a:solidFill>
                          <a:latin typeface="Calibri"/>
                        </a:rPr>
                        <a:t>3.025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4.076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82F"/>
                          </a:solidFill>
                          <a:latin typeface="Calibri"/>
                        </a:rPr>
                        <a:t>4.274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* mean ± std over 3 seeds; other cells single-seed.  Best per column in coral.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82F"/>
                </a:solidFill>
                <a:latin typeface="Calibri"/>
              </a:rPr>
              <a:t>QMC-SR full tops 2 of 5 columns and is runner-up in a third — the most consistent arm; intra-SR gaps ≈ 1.4σ (suggestive, not significant at n = 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82F"/>
                </a:solidFill>
                <a:latin typeface="Calibri"/>
              </a:rPr>
              <a:t>Deterministic arms swing wildly across columns (FP4 det: best on MiniPile, worst on C4/100M) — consistent with fragility, not dataset preference.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82F"/>
                </a:solidFill>
                <a:latin typeface="Calibri"/>
              </a:rPr>
              <a:t>Horizon matters: at 512 iters all arms tie within 0.04; separation emerges only past ~1400 iters — short ablations of rounding schemes are uninformative.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6282F"/>
                </a:solidFill>
                <a:latin typeface="Calibri"/>
              </a:rPr>
              <a:t>lr sweep validated the operating points (1.2e-3 @50M, 6e-4 @100M); smaller lr is uniformly worse at fixed token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Takeaways &amp;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074920" cy="2103120"/>
          </a:xfrm>
          <a:prstGeom prst="roundRect">
            <a:avLst>
              <a:gd name="adj" fmla="val 9000"/>
            </a:avLst>
          </a:prstGeom>
          <a:solidFill>
            <a:srgbClr val="273272"/>
          </a:solidFill>
          <a:ln w="254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7007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F96167"/>
                </a:solidFill>
                <a:latin typeface="Calibri"/>
              </a:rPr>
              <a:t>Claim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10312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Stochastic rounding stabilizes quantized Muon pretraining: every SR run (all seeds, 4 datasets, 2 scales) lands in a tight band; deterministic RTN fails 2 of 3 seeds. Variance reduction is the headline, not mean improvement.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074920" cy="2103120"/>
          </a:xfrm>
          <a:prstGeom prst="roundRect">
            <a:avLst>
              <a:gd name="adj" fmla="val 9000"/>
            </a:avLst>
          </a:prstGeom>
          <a:solidFill>
            <a:srgbClr val="273272"/>
          </a:solidFill>
          <a:ln w="12700">
            <a:solidFill>
              <a:srgbClr val="3A45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7007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CADCFC"/>
                </a:solidFill>
                <a:latin typeface="Calibri"/>
              </a:rPr>
              <a:t>Consistent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210312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Antithetic QMC-SR + NS-then-round is the most frequent column winner (SlimPJ 50M, C4; runner-up RedPajama). Effect size ≈ 1.4σ at n = 3 — more seeds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5074920" cy="2103120"/>
          </a:xfrm>
          <a:prstGeom prst="roundRect">
            <a:avLst>
              <a:gd name="adj" fmla="val 9000"/>
            </a:avLst>
          </a:prstGeom>
          <a:solidFill>
            <a:srgbClr val="273272"/>
          </a:solidFill>
          <a:ln w="12700">
            <a:solidFill>
              <a:srgbClr val="3A45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0325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CADCFC"/>
                </a:solidFill>
                <a:latin typeface="Calibri"/>
              </a:rPr>
              <a:t>Scale-dependent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348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NS-then-round helps at 50M (−0.14), mildly hurts at 100M. Suspects: update grid too coarse for wider matrices → try b = 6–8, or pair-averaged rounding within a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074920" cy="2103120"/>
          </a:xfrm>
          <a:prstGeom prst="roundRect">
            <a:avLst>
              <a:gd name="adj" fmla="val 9000"/>
            </a:avLst>
          </a:prstGeom>
          <a:solidFill>
            <a:srgbClr val="273272"/>
          </a:solidFill>
          <a:ln w="12700">
            <a:solidFill>
              <a:srgbClr val="3A45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0325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CADCFC"/>
                </a:solidFill>
                <a:latin typeface="Calibri"/>
              </a:rP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4348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Is FP4-deterministic also seed-fragile, or is uniform-RTN's missing zero the culprit? (FP4-det seed study.)  FP4 × SR cells implemented (QMCSRFP4Quantizer), unrun.  sr_mode = weight (low-precision masters) unexplored.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8290C7"/>
                </a:solidFill>
                <a:latin typeface="Calibri"/>
              </a:rPr>
              <a:t>QuEST · QMC-SR × Muon program ·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